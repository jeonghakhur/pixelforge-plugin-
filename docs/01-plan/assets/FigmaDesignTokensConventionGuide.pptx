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7B5CFF">
              <a:alpha val="30000"/>
            </a:srgbClr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114800"/>
            <a:ext cx="2743200" cy="2743200"/>
          </a:xfrm>
          <a:prstGeom prst="ellipse">
            <a:avLst/>
          </a:prstGeom>
          <a:solidFill>
            <a:srgbClr val="0066FF">
              <a:alpha val="25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8B92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v1.2 · 2026-04-16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Design Tokens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Convention Guide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548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CCE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플러그인과 협업하기 위한 Figma 토큰 정의 가이드 — 디자인팀 회의용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73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Team · Design Sync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 · 오늘 합의할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왜 이 컨벤션이 필요한가요?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4023360"/>
          </a:xfrm>
          <a:prstGeom prst="rect">
            <a:avLst/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추출 정확도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플러그인이 컬렉션 이름을 보고 자동 분류합니다. 컨벤션을 따르면 100% 분류 정확도, 따르지 않으면 extra-vars로 빠집니다.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11880" cy="402336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3611880" cy="73152"/>
          </a:xfrm>
          <a:prstGeom prst="rect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B5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코드 일관성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디자이너가 정한 토큰 이름이 그대로 CSS 변수가 됩니다. spacing/sm → --spacing-sm. 디자인-개발 간 1:1 매핑.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611880" cy="4023360"/>
          </a:xfrm>
          <a:prstGeom prst="rect">
            <a:avLst/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011680"/>
            <a:ext cx="3611880" cy="73152"/>
          </a:xfrm>
          <a:prstGeom prst="rect">
            <a:avLst/>
          </a:prstGeom>
          <a:solidFill>
            <a:srgbClr val="0ACF83"/>
          </a:solidFill>
          <a:ln w="12700">
            <a:solidFill>
              <a:srgbClr val="0ACF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ACF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확장 가능성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3657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1/Tier 2 분류로 향후 토큰 추가 시 자동 분류 대상을 명확히 합니다. Token Studio 마이그레이션도 용이.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PRINCIPLES · 기본 원칙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5가지 기본 원칙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플랫폼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103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Variables (내장 기능, 설치 불필요) + Text Styles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위치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Assets panel → Variables / Text Styles 섹션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864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네이밍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657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kebab-case · 모두 소문자, 하이픈으로 단어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864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4434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category/subcategory/state 또는 category/value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4864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변수 유형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5212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Color, Number, String, Boolean — 정확한 타입 지정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kebab-case 예시:  color/primary/default   spacing/lg   font-size/text-sm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COLLECTION NAMING · 핵심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플러그인이 컬렉션 이름으로 자동 분류합니다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토큰 타입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컬렉션 이름 예시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인식 키워드 (정규식)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(컬렉션 타입이 Color면 자동)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Color 타입 자동 인식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Spacing, Space, Gap, Padding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3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spacing · space · gap · padding · margin · gutter · inset · distance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Radius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Radius, Border Radius, Rounded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3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radius · corner · rounded · border-radius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Typography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Typography, Font, Type Scale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3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typograph · font · type</a:t>
                      </a:r>
                      <a:endParaRPr lang="en-US" sz="11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기타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위 규칙에 해당 없는 컬렉션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4E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→ extra-vars 로 분류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FFF8E5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852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5852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타이포그래피 Variables를 "Design Tokens" 같은 범용 컬렉션에 넣으면 typography로 분류되지 않습니다. 반드시 별도 컬렉션으로 분리하세요.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CLASSIFICATION · 토큰 분류 체계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 (자동) vs Tier 2 (네이밍 권장)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9768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자동 분류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플러그인이 컬렉션 이름/타입으로 자동 분류합니다.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9319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 +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46177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Shadow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5303520"/>
            <a:ext cx="2286000" cy="548640"/>
          </a:xfrm>
          <a:prstGeom prst="rect">
            <a:avLst/>
          </a:prstGeom>
          <a:solidFill>
            <a:srgbClr val="1F24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011680"/>
            <a:ext cx="5394960" cy="4297680"/>
          </a:xfrm>
          <a:prstGeom prst="rect">
            <a:avLst/>
          </a:prstGeom>
          <a:solidFill>
            <a:srgbClr val="F5F4F0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4E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네이밍 권장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네이밍 컨벤션만 제공. 플러그인은 extra-vars로 분류합니다.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8862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8862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Opacity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29800" y="38862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438912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389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Z-Index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438912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4389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Font-Family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29800" y="438912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4389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Line-Height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489204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Letter-Spacing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38160" y="489204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Gradient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829800" y="489204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46520" y="539496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5394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Aspect-Ratio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539496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5394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Text-Transform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829800" y="539496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9800" y="5394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Backdrop-Filter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589788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897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Stroke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💡 Tier 2 토큰은 별도 컬렉션(예: Motion, Layout, Border)에 넣으면 extra-vars 그룹명으로 활용됩니다.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 · 자동 분류 토큰 6종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 6가지는 반드시 컨벤션을 지켜주세요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20116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color/{category}/{state}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color/primary/default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color/text/muted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011680"/>
            <a:ext cx="73152" cy="2011680"/>
          </a:xfrm>
          <a:prstGeom prst="rect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 + Gap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spacing/{size}  ·  gap/{size}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383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spacing/sm (8px)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gap/md (16px)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011680"/>
            <a:ext cx="73152" cy="2011680"/>
          </a:xfrm>
          <a:prstGeom prst="rect">
            <a:avLst/>
          </a:prstGeom>
          <a:solidFill>
            <a:srgbClr val="0ACF83"/>
          </a:solidFill>
          <a:ln w="12700">
            <a:solidFill>
              <a:srgbClr val="0ACF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CF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radius/{type}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329184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383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radius/md (4px)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radius/full (9999px)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73152" cy="2011680"/>
          </a:xfrm>
          <a:prstGeom prst="rect">
            <a:avLst/>
          </a:prstGeom>
          <a:solidFill>
            <a:srgbClr val="F24E1E"/>
          </a:solidFill>
          <a:ln w="12700">
            <a:solidFill>
              <a:srgbClr val="F24E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 (Var)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4E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font-size/{scale}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4E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line-height/{scale}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48640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font-size/text-sm (14)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line-height/text-sm (20)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42062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4206240"/>
            <a:ext cx="73152" cy="2011680"/>
          </a:xfrm>
          <a:prstGeom prst="rect">
            <a:avLst/>
          </a:prstGeom>
          <a:solidFill>
            <a:srgbClr val="8E5BFF"/>
          </a:solidFill>
          <a:ln w="12700">
            <a:solidFill>
              <a:srgbClr val="8E5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Shadow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7200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5B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shadow/{elevation}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548640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shadow/sm  shadow/md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shadow/lg  shadow/none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42062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4206240"/>
            <a:ext cx="73152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Blur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2104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blur/{level}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5486400"/>
            <a:ext cx="3200400" cy="18288"/>
          </a:xfrm>
          <a:prstGeom prst="rect">
            <a:avLst/>
          </a:prstGeom>
          <a:solidFill>
            <a:srgbClr val="E4E5EA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blur/sm (4px)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blur/lg (12px)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DIVE · 타이포그래피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 Styles + Variables 두 가지를 함께 정의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01. Text Styles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Assets → Text Styles (텍스트 컴포넌트에 직접 적용)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이름 패턴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5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{role} {size}/{weight}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 →  </a:t>
            </a:r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 sm/Regular,  Text md/Semibold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 →  </a:t>
            </a:r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Display xl/Bold,  Heading md/Semibold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5029200" cy="914400"/>
          </a:xfrm>
          <a:prstGeom prst="rect">
            <a:avLst/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Display, Heading, Title, H1~H6 키워드 → 자동으로 display 카테고리로 분류됩니다.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02. Typography Variables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컬렉션 이름: "Typography" 또는 "Font" (원시값)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108960"/>
            <a:ext cx="4937760" cy="594360"/>
          </a:xfrm>
          <a:prstGeom prst="rect">
            <a:avLst/>
          </a:prstGeom>
          <a:solidFill>
            <a:srgbClr val="FAFAFB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font-size/{scale}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3108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18320" y="3108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font-size/text-sm (14)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3822192"/>
            <a:ext cx="4937760" cy="594360"/>
          </a:xfrm>
          <a:prstGeom prst="rect">
            <a:avLst/>
          </a:prstGeom>
          <a:solidFill>
            <a:srgbClr val="FAFAFB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822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line-height/{scale}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38221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line-height/text-sm (20)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4535424"/>
            <a:ext cx="4937760" cy="594360"/>
          </a:xfrm>
          <a:prstGeom prst="rect">
            <a:avLst/>
          </a:prstGeom>
          <a:solidFill>
            <a:srgbClr val="FAFAFB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53542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font-family/{role}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45354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18320" y="45354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font-family/body ("Pretendard")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5248656"/>
            <a:ext cx="4937760" cy="594360"/>
          </a:xfrm>
          <a:prstGeom prst="rect">
            <a:avLst/>
          </a:prstGeom>
          <a:solidFill>
            <a:srgbClr val="FAFAFB"/>
          </a:solidFill>
          <a:ln w="6350">
            <a:solidFill>
              <a:srgbClr val="E4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2486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font-weight/{role}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0" y="52486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52486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font-weight/semibold ("Semibold")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· 설정 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Variables 4단계 설정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0" cy="320040"/>
          </a:xfrm>
          <a:prstGeom prst="line">
            <a:avLst/>
          </a:prstGeom>
          <a:noFill/>
          <a:ln w="25400">
            <a:solidFill>
              <a:srgbClr val="E4E5E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5544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Assets Panel 열기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Figma 상단 메뉴 → Assets (왼쪽 패널) → Variables 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0" cy="320040"/>
          </a:xfrm>
          <a:prstGeom prst="line">
            <a:avLst/>
          </a:prstGeom>
          <a:noFill/>
          <a:ln w="25400">
            <a:solidFill>
              <a:srgbClr val="E4E5E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55448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변수 컬렉션 생성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 Create variable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"Design Tokens" (이름)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"Light" (Default mode), "Dark" (선택)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0" cy="320040"/>
          </a:xfrm>
          <a:prstGeom prst="line">
            <a:avLst/>
          </a:prstGeom>
          <a:noFill/>
          <a:ln w="25400">
            <a:solidFill>
              <a:srgbClr val="E4E5E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5544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변수 생성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Variable Name: color/primary/default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Type: Color · Value: #0066FF · Mode: Light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컴포넌트에 적용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5532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Button 컴포넌트 → Fill color → Variables 선택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"Design Tokens" / "Light" / "color/primary/default"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CHECKLIST · 추출 전 확인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1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추출하기 전 이것만 체크해주세요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 · 자동 분류 확인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색상 Variables: Color 타입, color/{category}/{state} 네이밍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 컬렉션 이름에 키워드 포함 (spacing/space/gap/padding 등)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8404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94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 컬렉션 이름에 키워드 포함 (radius/corner/rounded)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3891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 Variables 컬렉션 이름에 키워드 포함 (typograph/font/type)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9377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타이포그래피 스타일은 Figma Text Styles로 정의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54864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440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Shadow / Blur는 Figma Effect Styles로 정의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011680"/>
            <a:ext cx="73152" cy="2011680"/>
          </a:xfrm>
          <a:prstGeom prst="rect">
            <a:avLst/>
          </a:prstGeom>
          <a:solidFill>
            <a:srgbClr val="F24E1E"/>
          </a:solidFill>
          <a:ln w="12700">
            <a:solidFill>
              <a:srgbClr val="F24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4E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2 · 네이밍 권장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4E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2 토큰은 별도 컬렉션에 정의 (extra-vars 그룹명 활용)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2918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4E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컬렉션 이름을 용도별로 구분 (예: Motion, Layout, Border)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06240"/>
            <a:ext cx="73152" cy="2011680"/>
          </a:xfrm>
          <a:prstGeom prst="rect">
            <a:avLst/>
          </a:prstGeom>
          <a:solidFill>
            <a:srgbClr val="0ACF83"/>
          </a:solidFill>
          <a:ln w="12700">
            <a:solidFill>
              <a:srgbClr val="0ACF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CF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공통 확인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493776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CF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모든 변수가 kebab-case 형식 (대문자, _ 금지)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534924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CF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Mode: Light 필수, Dark 선택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57607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CF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모든 컴포넌트가 Variables/Styles 사용 (하드코딩 금지)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7B5CFF">
              <a:alpha val="25000"/>
            </a:srgbClr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DISCUSSION · 회의에서 결정할 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다음 액션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303520" cy="1371600"/>
          </a:xfrm>
          <a:prstGeom prst="rect">
            <a:avLst/>
          </a:prstGeom>
          <a:solidFill>
            <a:srgbClr val="1F2440"/>
          </a:solidFill>
          <a:ln w="12700">
            <a:solidFill>
              <a:srgbClr val="2C3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현 컬렉션 구조 점검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디자인팀 보유 Figma 파일의 컬렉션 이름이 Tier 1 키워드를 따르는지 확인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303520" cy="1371600"/>
          </a:xfrm>
          <a:prstGeom prst="rect">
            <a:avLst/>
          </a:prstGeom>
          <a:solidFill>
            <a:srgbClr val="1F2440"/>
          </a:solidFill>
          <a:ln w="12700">
            <a:solidFill>
              <a:srgbClr val="2C3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2 컬렉션 신설 합의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Motion, Layout, Border 등 의미 단위 컬렉션을 신설할지 결정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5303520" cy="1371600"/>
          </a:xfrm>
          <a:prstGeom prst="rect">
            <a:avLst/>
          </a:prstGeom>
          <a:solidFill>
            <a:srgbClr val="1F2440"/>
          </a:solidFill>
          <a:ln w="12700">
            <a:solidFill>
              <a:srgbClr val="2C3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마이그레이션 일정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기존 토큰 이름 변경 범위/일정 합의 (Breaking change 영향 검토)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480560"/>
            <a:ext cx="5303520" cy="1371600"/>
          </a:xfrm>
          <a:prstGeom prst="rect">
            <a:avLst/>
          </a:prstGeom>
          <a:solidFill>
            <a:srgbClr val="1F2440"/>
          </a:solidFill>
          <a:ln w="12700">
            <a:solidFill>
              <a:srgbClr val="2C3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 도구 도입 우선순위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C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현재 미구현. 컨벤션 자동 검증 기능을 v2.0 로드맵에 포함할지 결정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 · 질문과 피드백 환영합니다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PixelForge × Design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 Design Tokens Convention Guide</dc:title>
  <dc:subject>PptxGenJS Presentation</dc:subject>
  <dc:creator>PixelForge Team</dc:creator>
  <cp:lastModifiedBy>PixelForge Team</cp:lastModifiedBy>
  <cp:revision>1</cp:revision>
  <dcterms:created xsi:type="dcterms:W3CDTF">2026-04-16T03:43:06Z</dcterms:created>
  <dcterms:modified xsi:type="dcterms:W3CDTF">2026-04-16T03:43:06Z</dcterms:modified>
</cp:coreProperties>
</file>